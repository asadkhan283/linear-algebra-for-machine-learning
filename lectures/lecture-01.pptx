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26328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63284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26328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LECTURE FOR COMPUTER SCIENCE STUDENTS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Algebra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Computer Science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matrices, vectors, and dot products quietly power images, recommendation engines, and every neural network you'll ever train.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•  Vectors  •  Matrices  •  Classifiers  •  Neural Networks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Computer Science Need Linear Algebra?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is the backbone of computer science — especially AI and Machine Learning. It is the tool that lets a computer process, analyze, or compress numbers at massive scale.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13509" cy="3977640"/>
          </a:xfrm>
          <a:prstGeom prst="roundRect">
            <a:avLst>
              <a:gd name="adj" fmla="val 3633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5354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23535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16843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of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4023360"/>
            <a:ext cx="168432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text, and audio are stored as matrices — grids of numbers a computer can understand.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18181" y="2148840"/>
            <a:ext cx="2013509" cy="3977640"/>
          </a:xfrm>
          <a:prstGeom prst="roundRect">
            <a:avLst>
              <a:gd name="adj" fmla="val 3633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4895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0489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82773" y="3246120"/>
            <a:ext cx="16843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82773" y="4023360"/>
            <a:ext cx="168432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like PCA and SVD shrink huge feature sets while keeping the important information.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87722" y="2148840"/>
            <a:ext cx="2013509" cy="3977640"/>
          </a:xfrm>
          <a:prstGeom prst="roundRect">
            <a:avLst>
              <a:gd name="adj" fmla="val 3633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74436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77443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52314" y="3246120"/>
            <a:ext cx="16843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52314" y="4023360"/>
            <a:ext cx="168432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use linear algebra to find the minimum error — the core engine of machine learning.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7262" y="2148840"/>
            <a:ext cx="2013509" cy="3977640"/>
          </a:xfrm>
          <a:prstGeom prst="roundRect">
            <a:avLst>
              <a:gd name="adj" fmla="val 3633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3977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043977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21854" y="3246120"/>
            <a:ext cx="16843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21854" y="4023360"/>
            <a:ext cx="168432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transformations combine existing data into new, more meaningful features.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26803" y="2148840"/>
            <a:ext cx="2013509" cy="3977640"/>
          </a:xfrm>
          <a:prstGeom prst="roundRect">
            <a:avLst>
              <a:gd name="adj" fmla="val 3633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13518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31351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791395" y="3246120"/>
            <a:ext cx="16843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Measures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791395" y="4023360"/>
            <a:ext cx="168432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turn words and sentences into vectors so machines can compare meaning.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 of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datasets — images, text, audio — are stored in matrices (grids of numbers). That's how a computer “learns” and understands them.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or image is represented as a single line. Instead, matrices organize data into rows and columns, so each value knows its neighbours — essential when a filter needs nearby pixels to detect an edge.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4754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100×100 pixel image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becomes a 100×100 matrix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 photo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is internally a matrix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recommendations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matrix of user ratings</a:t>
            </a:r>
            <a:endParaRPr lang="en-US" sz="1250" dirty="0"/>
          </a:p>
        </p:txBody>
      </p:sp>
      <p:pic>
        <p:nvPicPr>
          <p:cNvPr id="8" name="Image 0" descr="images/01_data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234440"/>
            <a:ext cx="5669280" cy="5029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 Reduction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variables slow models down and cause two big problems: duplication of information, and models that can't find a clear pattern. Linear Algebra (SVD, PCA) reduces variables while keeping the important information — boosting model efficiency.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017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features 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reduced to 10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 becomes faster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PCA (Principal Component Analysis) for ML: less variation, easier to solve; more information, more useful.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9377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dimensions → more duplication and no clear pattern. Fewer, well-chosen dimensions → the model recognizes patterns easily and generalizes better.</a:t>
            </a:r>
            <a:endParaRPr lang="en-US" sz="1250" dirty="0"/>
          </a:p>
        </p:txBody>
      </p:sp>
      <p:pic>
        <p:nvPicPr>
          <p:cNvPr id="10" name="Image 0" descr="images/02_dim_re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143000"/>
            <a:ext cx="5669280" cy="5120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— The Core Engine of ML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use linear algebra to find the minimum of a function — the lowest possible error. Minimizing cost/error or maximizing accuracy/marks are the same idea: find the best 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26328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7180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training works: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Model starts with random weights (millions of numbers)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It makes a prediction and measures the error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Gradient descent updates the weights, step by step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Repeat until the error is minimized
</a:t>
            </a:r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and ChatGPT run this same optimization loop at enormous scale.</a:t>
            </a:r>
            <a:endParaRPr lang="en-US" sz="1400" dirty="0"/>
          </a:p>
        </p:txBody>
      </p:sp>
      <p:pic>
        <p:nvPicPr>
          <p:cNvPr id="7" name="Image 0" descr="images/03_optim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051560"/>
            <a:ext cx="5669280" cy="525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E7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different features creates new features, through linear transformations and matrix operations. New, meaningful data emerges from existing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889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+ Weight 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(Body Mass Index)</a:t>
            </a:r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feature built from existing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5262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TRANSFORMATIONS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(3D → 2D,  2D → 3D)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resizing, rotating, blurring, and zooming are all matrix multiplications — producing new information from existing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23774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3774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2642616"/>
            <a:ext cx="320040" cy="292608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1031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195560" y="2642616"/>
            <a:ext cx="320040" cy="292608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07040" y="23774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E8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07040" y="23774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42062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3891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OPERATIONS AS MATRIX MULTIPLICATION
</a:t>
            </a:r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 ·  Blur  ·  Zoom  ·  Resize
</a:t>
            </a:r>
            <a:pPr algn="ctr" indent="0" marL="0">
              <a:lnSpc>
                <a:spcPct val="125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visual effect you apply to a photo is a matrix acting on a matrix.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Measures &amp; Embeddings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turn words or sentences into a list of numbers (a vector) whose properties represent the meaning of that thing. This is how recommendation systems and AI chatbots compare meaning.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Arithmetic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− man + woman  =  queen</a:t>
            </a:r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ChatGPT's word vectors encode relationships like this directly.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709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compares song vectors to find similar songs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dot product between two vectors</a:t>
            </a:r>
            <a:endParaRPr lang="en-US" sz="1300" dirty="0"/>
          </a:p>
        </p:txBody>
      </p:sp>
      <p:pic>
        <p:nvPicPr>
          <p:cNvPr id="9" name="Image 0" descr="images/04_embed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143000"/>
            <a:ext cx="5669280" cy="5120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Scalar, Vector, and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53384" cy="4297680"/>
          </a:xfrm>
          <a:prstGeom prst="roundRect">
            <a:avLst>
              <a:gd name="adj" fmla="val 264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453384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345338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27632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2904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direction — just magnitude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type: int, float, double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age = 20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 float salary = 50000;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7784" y="1554480"/>
            <a:ext cx="3453384" cy="4297680"/>
          </a:xfrm>
          <a:prstGeom prst="roundRect">
            <a:avLst>
              <a:gd name="adj" fmla="val 264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7784" y="1554480"/>
            <a:ext cx="3453384" cy="9144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7784" y="2011680"/>
            <a:ext cx="345338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367784" y="1627632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67784" y="2103120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numbers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42104" y="2743200"/>
            <a:ext cx="2904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both magnitude &amp; direction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type: array of floats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[2, -8, 7]  (Row 1)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emp[2] = {5, 50000};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6928" y="1554480"/>
            <a:ext cx="3453384" cy="4297680"/>
          </a:xfrm>
          <a:prstGeom prst="roundRect">
            <a:avLst>
              <a:gd name="adj" fmla="val 264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6928" y="1554480"/>
            <a:ext cx="3453384" cy="914400"/>
          </a:xfrm>
          <a:prstGeom prst="roundRect">
            <a:avLst>
              <a:gd name="adj" fmla="val 10000"/>
            </a:avLst>
          </a:prstGeom>
          <a:solidFill>
            <a:srgbClr val="0E8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8186928" y="2011680"/>
            <a:ext cx="3453384" cy="457200"/>
          </a:xfrm>
          <a:prstGeom prst="rect">
            <a:avLst/>
          </a:prstGeom>
          <a:solidFill>
            <a:srgbClr val="0E8A5F"/>
          </a:solidFill>
          <a:ln/>
        </p:spPr>
      </p:sp>
      <p:sp>
        <p:nvSpPr>
          <p:cNvPr id="19" name="Text 17"/>
          <p:cNvSpPr/>
          <p:nvPr/>
        </p:nvSpPr>
        <p:spPr>
          <a:xfrm>
            <a:off x="8186928" y="1627632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86928" y="2103120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numbers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61248" y="2743200"/>
            <a:ext cx="2904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 rows + columns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[ -6  -4  27 ]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data → [3, 1, 2] as a vector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stack to form a matrix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How Does an Email Spam Filter Work?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get checked in every email: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26328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020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word present?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17320" y="2313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= 1,  No = 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263284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889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“Lottery” word count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17320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or 2 times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263284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758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“Win” word count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17320" y="4050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or 2 times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9E79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92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as a vector: 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[x, y, z] → [1, 2, 1]
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word = yes, lottery = 2, win = 1</a:t>
            </a:r>
            <a:endParaRPr lang="en-US" sz="1300" dirty="0"/>
          </a:p>
        </p:txBody>
      </p:sp>
      <p:pic>
        <p:nvPicPr>
          <p:cNvPr id="22" name="Image 0" descr="images/09_spam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005840"/>
            <a:ext cx="5486400" cy="53492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E7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Dot Product — How a Classifier Decides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pair of corresponding numbers, then add the results.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B = (a₁×b₁) + (a₂×b₂) + …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Spam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(weight vector)  V = [1, 1]  — both inputs matter equally.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if  email · V  &gt;  1.5   →   SPAM,   otherwise   →   INBOX
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389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1] · [1, 1]  = 2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9000" y="434340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EAF3EC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4389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0] · [1, 1]  = 0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166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2] · [1, 1]  = 4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29000" y="512064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EAF3EC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5166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1] · [1, 1]  = 1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0116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different model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vector V is fully customizable — change it and the classifier's behavior changes: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[1,0]  →  only x matters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[0,1]  →  only y matters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[0,0]  →  no input matters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spam filter you can build, an inbox filter can be built the same way.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OF CLASSIFIERS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Gates Are Linear Classifiers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truth table can be checked: can a straight line (a hyperplane) separate the outputs? If yes → one layer is enough. If no → we need more.</a:t>
            </a:r>
            <a:endParaRPr lang="en-US" sz="1350" dirty="0"/>
          </a:p>
        </p:txBody>
      </p:sp>
      <p:pic>
        <p:nvPicPr>
          <p:cNvPr id="5" name="Image 0" descr="images/05_and_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5486400" cy="4800600"/>
          </a:xfrm>
          <a:prstGeom prst="rect">
            <a:avLst/>
          </a:prstGeom>
        </p:spPr>
      </p:pic>
      <p:pic>
        <p:nvPicPr>
          <p:cNvPr id="6" name="Image 1" descr="images/06_or_g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0"/>
            <a:ext cx="5486400" cy="4800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OF CLASSIFIERS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Flipping the Rule: NAND, NOR, and NOT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weight vector or the threshold reshapes the decision boundary — the same one-layer model can implement many different gates.</a:t>
            </a:r>
            <a:endParaRPr lang="en-US" sz="1350" dirty="0"/>
          </a:p>
        </p:txBody>
      </p:sp>
      <p:pic>
        <p:nvPicPr>
          <p:cNvPr id="5" name="Image 0" descr="images/07_nand_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828800"/>
            <a:ext cx="548640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 OF LINEAR MODELS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XOR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is NOT linearly separable — a single-layer classifier cannot solve it, no matter how the weight vector is chosen.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TRUTH TABLE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743200"/>
          <a:ext cx="4937760" cy="13716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(No)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(Yes)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(Yes)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(No)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348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DECEC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6177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Condition-based rule instead: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x = y   →  Output = 0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x ≠ y   →  Output = 1
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condition can't be written as one straight boundary — we need to combine multiple lines.</a:t>
            </a:r>
            <a:endParaRPr lang="en-US" sz="1300" dirty="0"/>
          </a:p>
        </p:txBody>
      </p:sp>
      <p:pic>
        <p:nvPicPr>
          <p:cNvPr id="10" name="Image 0" descr="images/08_xor_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17320"/>
            <a:ext cx="5486400" cy="4892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XOR: Stack the Layers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line can't separate XOR — but two lines, combined, can. This is exactly what a hidden layer in a neural network does.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325880" y="3017520"/>
            <a:ext cx="2560320" cy="-50292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3017520"/>
            <a:ext cx="2560320" cy="50292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3017520"/>
            <a:ext cx="2560320" cy="150876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4480560"/>
            <a:ext cx="2560320" cy="-196596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4480560"/>
            <a:ext cx="2560320" cy="-96012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4480560"/>
            <a:ext cx="2560320" cy="4572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514600"/>
            <a:ext cx="2560320" cy="100584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3520440"/>
            <a:ext cx="2560320" cy="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4526280"/>
            <a:ext cx="2560320" cy="-100584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697480"/>
            <a:ext cx="640080" cy="64008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60520"/>
            <a:ext cx="640080" cy="64008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86200" y="2194560"/>
            <a:ext cx="640080" cy="640080"/>
          </a:xfrm>
          <a:prstGeom prst="ellipse">
            <a:avLst/>
          </a:prstGeom>
          <a:solidFill>
            <a:srgbClr val="0E8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86200" y="3200400"/>
            <a:ext cx="640080" cy="640080"/>
          </a:xfrm>
          <a:prstGeom prst="ellipse">
            <a:avLst/>
          </a:prstGeom>
          <a:solidFill>
            <a:srgbClr val="0E8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86200" y="4206240"/>
            <a:ext cx="640080" cy="640080"/>
          </a:xfrm>
          <a:prstGeom prst="ellipse">
            <a:avLst/>
          </a:prstGeom>
          <a:solidFill>
            <a:srgbClr val="0E8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86600" y="3200400"/>
            <a:ext cx="640080" cy="640080"/>
          </a:xfrm>
          <a:prstGeom prst="ellipse">
            <a:avLst/>
          </a:prstGeom>
          <a:solidFill>
            <a:srgbClr val="F9E7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532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(linear boundaries)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(combines boundaries)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61120" y="2286000"/>
            <a:ext cx="2011680" cy="3931920"/>
          </a:xfrm>
          <a:prstGeom prst="roundRect">
            <a:avLst>
              <a:gd name="adj" fmla="val 3636"/>
            </a:avLst>
          </a:prstGeom>
          <a:solidFill>
            <a:srgbClr val="263284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2514600"/>
            <a:ext cx="1645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layer:
draws linear boundaries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layer:
combines those boundaries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
acts as the activation step
</a:t>
            </a:r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perfect mapping that matches the XOR truth table.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E7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Remember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Algebra = The Language of Machine Learning. Without it, there is no AI.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998878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815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matrix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21838" y="2788920"/>
            <a:ext cx="1998878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/>
        </p:spPr>
      </p:sp>
      <p:sp>
        <p:nvSpPr>
          <p:cNvPr id="10" name="Text 8"/>
          <p:cNvSpPr/>
          <p:nvPr/>
        </p:nvSpPr>
        <p:spPr>
          <a:xfrm>
            <a:off x="2913278" y="292608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13278" y="3429000"/>
            <a:ext cx="1815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matrix operations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95037" y="2788920"/>
            <a:ext cx="1998878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5186477" y="292608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86477" y="3429000"/>
            <a:ext cx="1815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matrix decomposition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68235" y="2788920"/>
            <a:ext cx="1998878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/>
        </p:spPr>
      </p:sp>
      <p:sp>
        <p:nvSpPr>
          <p:cNvPr id="16" name="Text 14"/>
          <p:cNvSpPr/>
          <p:nvPr/>
        </p:nvSpPr>
        <p:spPr>
          <a:xfrm>
            <a:off x="7459675" y="292608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59675" y="3429000"/>
            <a:ext cx="1815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dot product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41434" y="2788920"/>
            <a:ext cx="1998878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9732874" y="292608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732874" y="3429000"/>
            <a:ext cx="1815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matrix multiplication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F7F8F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902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PIPELINE, IN ONE LINE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   →   find patterns   →   make predictions.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steps is vectors and matrices at work. No linear algebra, no AI.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2026-08-23T18:09:33Z</dcterms:created>
  <dcterms:modified xsi:type="dcterms:W3CDTF">2026-08-23T18:09:33Z</dcterms:modified>
</cp:coreProperties>
</file>